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2" roundtripDataSignature="AMtx7mgFEZMxwTPeAe9NmuwxNanevKu6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6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SupportPilot – AI Ticket Resolution Agent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SupportPilot – AI Ticket Resolution Agent</a:t>
            </a:r>
            <a:r>
              <a:rPr lang="en-US"/>
              <a:t>, an AI-powered platform designed to automate IT support-ticket processing, troubleshooting, and resolution workflows.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Modern organizations receive a large number of IT support requests every day.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These requests may involve </a:t>
            </a:r>
            <a:r>
              <a:rPr b="1" lang="en-US"/>
              <a:t>network connectivity, software installation, password resets, VPN access, hardware problems, and system troubleshooting</a:t>
            </a:r>
            <a:r>
              <a:rPr lang="en-US"/>
              <a:t>.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Handling a large volume of repetitive tickets manually can increase operational costs, delay response times, and reduce employee productivity.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9144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SupportPilot</a:t>
            </a:r>
            <a:r>
              <a:rPr lang="en-US"/>
              <a:t> is proposed as an AI-powered Ticket Resolution Agent that automates important stages of the IT support process.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system can analyze incoming support tickets, classify the problem, retrieve relevant troubleshooting information, generate contextual solutions, and escalate unresolved problems to human support staff.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project combines technologies such as </a:t>
            </a:r>
            <a:r>
              <a:rPr b="1" lang="en-US"/>
              <a:t>Large Language Models (LLMs), Retrieval-Augmented Generation (RAG), multi-agent AI architectures, and enterprise integrations</a:t>
            </a:r>
            <a:r>
              <a:rPr lang="en-US"/>
              <a:t>.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intended result is a more efficient support system that reduces ticket resolution time and improves employee satisfaction.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Main Objective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main objective is: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To develop an intelligent AI-based support system that can receive, understand, classify, troubleshoot, resolve, and appropriately escalate IT support tickets.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Modules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1 – Ticket Intake &amp; Classification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2 – Knowledge Retrieval Engine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3 – AI Resolution Generator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4 – Multi-Agent Resolution Framework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5 – Escalation &amp; Workflow Management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6 – Dashboard &amp; Analytics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Milestone 1 – Ticket Processing &amp; Classification</a:t>
            </a:r>
            <a:endParaRPr/>
          </a:p>
        </p:txBody>
      </p:sp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According to the uploaded </a:t>
            </a:r>
            <a:r>
              <a:rPr b="1" lang="en-US"/>
              <a:t>SupportPilot – AI Ticket Resolution Agent</a:t>
            </a:r>
            <a:r>
              <a:rPr lang="en-US"/>
              <a:t> document, </a:t>
            </a:r>
            <a:r>
              <a:rPr b="1" lang="en-US"/>
              <a:t>Milestone 1 covers Weeks 1–2</a:t>
            </a:r>
            <a:r>
              <a:rPr lang="en-US"/>
              <a:t> and has three main objectives: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Ticket submission and ingestion</a:t>
            </a:r>
            <a:r>
              <a:rPr lang="en-US"/>
              <a:t>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AI-based ticket classification</a:t>
            </a:r>
            <a:r>
              <a:rPr lang="en-US"/>
              <a:t>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Severity and priority score generation</a:t>
            </a:r>
            <a:r>
              <a:rPr lang="en-US"/>
              <a:t>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expected evaluation is </a:t>
            </a:r>
            <a:r>
              <a:rPr b="1" lang="en-US"/>
              <a:t>≥90% ticket classification accuracy</a:t>
            </a:r>
            <a:r>
              <a:rPr lang="en-US"/>
              <a:t> and </a:t>
            </a:r>
            <a:r>
              <a:rPr b="1" lang="en-US"/>
              <a:t>≥85% severity prediction accuracy</a:t>
            </a:r>
            <a:r>
              <a:rPr lang="en-US"/>
              <a:t> by Week 2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main objective of Milestone 1 is to build the </a:t>
            </a:r>
            <a:r>
              <a:rPr b="1" lang="en-US"/>
              <a:t>first working version of the SupportPilot system</a:t>
            </a:r>
            <a:r>
              <a:rPr lang="en-US"/>
              <a:t> that can: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Accept an IT support ticket.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Store the ticket.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Identify the type/category of the problem.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Predict its severity.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Assign a priority.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Display the classification result.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457200" y="9144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Typical tickets mentioned in the project include: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Network connectivity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Software installation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Password reset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VPN access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Hardware problems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System troubleshooting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 rot="3794889">
            <a:off x="-38450" y="-210109"/>
            <a:ext cx="7819124" cy="89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 Milestone:1 </a:t>
            </a:r>
            <a:br>
              <a:rPr lang="en-US"/>
            </a:br>
            <a:r>
              <a:rPr lang="en-US"/>
              <a:t>Architecture</a:t>
            </a:r>
            <a:endParaRPr/>
          </a:p>
        </p:txBody>
      </p:sp>
      <p:pic>
        <p:nvPicPr>
          <p:cNvPr descr="C:\Users\EXAM\Downloads\ChatGPT Image Aug 27, 2026, 01_01_07 PM.png" id="129" name="Google Shape;129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600200"/>
            <a:ext cx="4419599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2. Technologies for Milestone 1</a:t>
            </a:r>
            <a:endParaRPr/>
          </a:p>
        </p:txBody>
      </p:sp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1500" b="1"/>
            </a:pPr>
            <a:r>
              <a:t>Component			Technology</a:t>
            </a:r>
            <a:endParaRPr/>
          </a:p>
          <a:p>
            <a:pPr>
              <a:defRPr sz="1500"/>
            </a:pPr>
            <a:r>
              <a:t>Programming Language		Python</a:t>
            </a:r>
          </a:p>
          <a:p>
            <a:pPr>
              <a:defRPr sz="1500"/>
            </a:pPr>
            <a:r>
              <a:t>Backend			Flask</a:t>
            </a:r>
          </a:p>
          <a:p>
            <a:pPr>
              <a:defRPr sz="1500"/>
            </a:pPr>
            <a:r>
              <a:t>Authentication		Session Login</a:t>
            </a:r>
          </a:p>
          <a:p>
            <a:pPr>
              <a:defRPr sz="1500"/>
            </a:pPr>
            <a:r>
              <a:t>Machine Learning		Scikit-learn</a:t>
            </a:r>
          </a:p>
          <a:p>
            <a:pPr>
              <a:defRPr sz="1500"/>
            </a:pPr>
            <a:r>
              <a:t>Text Processing		TF-IDF</a:t>
            </a:r>
          </a:p>
          <a:p>
            <a:pPr>
              <a:defRPr sz="1500"/>
            </a:pPr>
            <a:r>
              <a:t>Classification		Logistic Regression</a:t>
            </a:r>
          </a:p>
          <a:p>
            <a:pPr>
              <a:defRPr sz="1500"/>
            </a:pPr>
            <a:r>
              <a:t>Database			SQLite</a:t>
            </a:r>
          </a:p>
          <a:p>
            <a:pPr>
              <a:defRPr sz="1500"/>
            </a:pPr>
            <a:r>
              <a:t>Frontend			HTML + Bootstrap (White UI)</a:t>
            </a:r>
          </a:p>
          <a:p>
            <a:pPr>
              <a:defRPr sz="1500"/>
            </a:pPr>
            <a:r>
              <a:t>API				Flask REST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1800" b="1"/>
            </a:pPr>
            <a:r>
              <a:t>3. Folder Structure</a:t>
            </a:r>
            <a:endParaRPr/>
          </a:p>
          <a:p>
            <a:pPr>
              <a:defRPr sz="1800"/>
            </a:pPr>
            <a:r>
              <a:t>Create the following project: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SupportPilot/</a:t>
            </a:r>
          </a:p>
          <a:p>
            <a:pPr>
              <a:defRPr sz="1300"/>
            </a:pPr>
            <a:r>
              <a:t>│</a:t>
            </a:r>
          </a:p>
          <a:p>
            <a:pPr>
              <a:defRPr sz="1300"/>
            </a:pPr>
            <a:r>
              <a:t>├── app.py                 # Flask backend + login</a:t>
            </a:r>
          </a:p>
          <a:p>
            <a:pPr>
              <a:defRPr sz="1300"/>
            </a:pPr>
            <a:r>
              <a:t>├── train_model.py</a:t>
            </a:r>
          </a:p>
          <a:p>
            <a:pPr>
              <a:defRPr sz="1300"/>
            </a:pPr>
            <a:r>
              <a:t>├── classifier.py</a:t>
            </a:r>
          </a:p>
          <a:p>
            <a:pPr>
              <a:defRPr sz="1300"/>
            </a:pPr>
            <a:r>
              <a:t>├── database.py            # SQLite users + tickets</a:t>
            </a:r>
          </a:p>
          <a:p>
            <a:pPr>
              <a:defRPr sz="1300"/>
            </a:pPr>
            <a:r>
              <a:t>├── requirements.txt</a:t>
            </a:r>
          </a:p>
          <a:p>
            <a:pPr>
              <a:defRPr sz="1300"/>
            </a:pPr>
            <a:r>
              <a:t>│</a:t>
            </a:r>
          </a:p>
          <a:p>
            <a:pPr>
              <a:defRPr sz="1300"/>
            </a:pPr>
            <a:r>
              <a:t>├── models/</a:t>
            </a:r>
          </a:p>
          <a:p>
            <a:pPr>
              <a:defRPr sz="1300"/>
            </a:pPr>
            <a:r>
              <a:t>│   └── ticket_classifier.pkl</a:t>
            </a:r>
          </a:p>
          <a:p>
            <a:pPr>
              <a:defRPr sz="1300"/>
            </a:pPr>
            <a:r>
              <a:t>│</a:t>
            </a:r>
          </a:p>
          <a:p>
            <a:pPr>
              <a:defRPr sz="1300"/>
            </a:pPr>
            <a:r>
              <a:t>├── templates/</a:t>
            </a:r>
          </a:p>
          <a:p>
            <a:pPr>
              <a:defRPr sz="1300"/>
            </a:pPr>
            <a:r>
              <a:t>│   ├── login.html         # White login page</a:t>
            </a:r>
          </a:p>
          <a:p>
            <a:pPr>
              <a:defRPr sz="1300"/>
            </a:pPr>
            <a:r>
              <a:t>│   └── index.html         # White dashboard (no tabs)</a:t>
            </a:r>
          </a:p>
          <a:p>
            <a:pPr>
              <a:defRPr sz="1300"/>
            </a:pPr>
            <a:r>
              <a:t>│</a:t>
            </a:r>
          </a:p>
          <a:p>
            <a:pPr>
              <a:defRPr sz="1300"/>
            </a:pPr>
            <a:r>
              <a:t>├── static/</a:t>
            </a:r>
          </a:p>
          <a:p>
            <a:pPr>
              <a:defRPr sz="1300"/>
            </a:pPr>
            <a:r>
              <a:t>│   ├── style.css</a:t>
            </a:r>
          </a:p>
          <a:p>
            <a:pPr>
              <a:defRPr sz="1300"/>
            </a:pPr>
            <a:r>
              <a:t>│   └── logo.svg</a:t>
            </a:r>
          </a:p>
          <a:p>
            <a:pPr>
              <a:defRPr sz="1300"/>
            </a:pPr>
            <a:r>
              <a:t>│</a:t>
            </a:r>
          </a:p>
          <a:p>
            <a:pPr>
              <a:defRPr sz="1300"/>
            </a:pPr>
            <a:r>
              <a:t>└── tickets.db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Install Required Packages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Create requirements.txt: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Flask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scikit-learn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pandas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joblib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Install: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pip install Flask scikit-learn pandas joblib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Ticket: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"VPN is not connecting and I have an important client meeting in 30 minutes."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↓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Category: VPN Access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Severity: High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Priority: P1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Confidence: 94%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Work 1 – Ticket Submission</a:t>
            </a:r>
            <a:endParaRPr/>
          </a:p>
        </p:txBody>
      </p:sp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Work 1 – Ticket Submission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What is implemented?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simple web form can collect: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Employee name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Email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Ticket title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Ticket description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Department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457200" y="6858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Example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Employee Name : Arun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Email         : arun@company.com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Title: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 not working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Description: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 am unable to connect to the company VPN.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 have an important meeting with a client today.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information is sent to the backend.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Work 2 – Ticket Ingestion</a:t>
            </a:r>
            <a:endParaRPr/>
          </a:p>
        </p:txBody>
      </p:sp>
      <p:sp>
        <p:nvSpPr>
          <p:cNvPr id="167" name="Google Shape;16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Ticket ingestion means </a:t>
            </a:r>
            <a:r>
              <a:rPr b="1" lang="en-US"/>
              <a:t>receiving the support request and converting it into a standard format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Example JSON: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{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"ticket_id": "T1001",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"employee": "Arun",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"title": "VPN not working",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"description": "Unable to connect to company VPN",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"department": "Sales"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This common format allows the AI system to process tickets regardless of whether they eventually arrive through: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Web form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Email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Ticketing system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project specification explicitly identifies these as ticket intake sources.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 3 – Text Pre-processing</a:t>
            </a:r>
            <a:endParaRPr/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Before classification, the ticket text can be cleaned.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Example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Original: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URGENT!!! My VPN is NOT connecting!!!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Please help me ASAP!!!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After preprocessing: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urgent vpn not connecting please help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Typical operations:</a:t>
            </a:r>
            <a:endParaRPr/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Lowercase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Remove unnecessary symbols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Tokenization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Stop-word handling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Feature extraction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6. Work 4 – AI Ticket Classification</a:t>
            </a:r>
            <a:endParaRPr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This is the most important component of Milestone 1.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AI model determines </a:t>
            </a:r>
            <a:r>
              <a:rPr b="1" lang="en-US"/>
              <a:t>what type of problem the ticket represents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Possible classes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Category			Example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Network			Wi-Fi not working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				VPN connection failure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Password 			Password reset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Software			Application installation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Hardware   		 Keyboard/monitor failure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System			Operating system problem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project requires automatic categorization based on the </a:t>
            </a:r>
            <a:r>
              <a:rPr b="1" lang="en-US"/>
              <a:t>issue type and business impact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7. Simple Python Implementation</a:t>
            </a:r>
            <a:br>
              <a:rPr b="1" lang="en-US"/>
            </a:br>
            <a:endParaRPr/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Milestone 1, a simple </a:t>
            </a:r>
            <a:r>
              <a:rPr b="1" lang="en-US"/>
              <a:t>TF-IDF + Logistic Regression</a:t>
            </a:r>
            <a:r>
              <a:rPr lang="en-US"/>
              <a:t> classifier is a good demonstration before moving to an LLM-based classifier.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Install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pip install pandas scikit-learn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457200" y="152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Training data</a:t>
            </a:r>
            <a:endParaRPr/>
          </a:p>
        </p:txBody>
      </p:sp>
      <p:sp>
        <p:nvSpPr>
          <p:cNvPr id="208" name="Google Shape;208;p23"/>
          <p:cNvSpPr txBox="1"/>
          <p:nvPr>
            <p:ph idx="1" type="body"/>
          </p:nvPr>
        </p:nvSpPr>
        <p:spPr>
          <a:xfrm>
            <a:off x="457200" y="7620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imporimport pandas as pd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9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data = {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"ticket": [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"WiFi is not working",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"Internet connection is very slow",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"VPN is not connecting",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"Unable to access company VPN",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"I forgot my password",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"Please reset my password",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"Install Microsoft Office",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"Application installation required",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"Laptop keyboard is not working",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"Monitor display is not working"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],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9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"category": [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"Network",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"Network",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"VPN",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"VPN",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"Password",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"Password",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"Software",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"Software",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"Hardware",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"Hardware"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]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}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9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df = pd.DataFrame(data)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9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print(df)</a:t>
            </a:r>
            <a:endParaRPr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8. Train the AI Classifier</a:t>
            </a:r>
            <a:endParaRPr/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sklearn.model_selection import train_test_split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sklearn.feature_extraction.text import TfidfVectorizer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sklearn.linear_model import LogisticRegression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 = df["ticket"]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y = df["category"]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X_train, X_test, y_train, y_test = train_test_split(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X,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test_size=0.2,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random_state=42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vectorizer = TfidfVectorizer()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X_train_vector = vectorizer.fit_transform(X_train)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X_test_vector = vectorizer.transform(X_test)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model = LogisticRegression()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model.fit(X_train_vector, y_train)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accuracy = model.score(X_test_vector, y_test)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print("Accuracy:", accuracy)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457200" y="914400"/>
            <a:ext cx="82296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What happens here?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Text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↓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TF-IDF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↓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Numerical Features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↓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Logistic Regression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↓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Category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9. Predict a New Ticket</a:t>
            </a:r>
            <a:endParaRPr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new_ticket = [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"I cannot connect to the company VPN"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]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new_ticket_vector = vectorizer.transform(new_ticket)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prediction = model.predict(new_ticket_vector)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print("Predicted Category:", prediction[0])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Expected output: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Predicted Category: VPN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10. Work 5 – Severity Prediction</a:t>
            </a:r>
            <a:endParaRPr/>
          </a:p>
        </p:txBody>
      </p:sp>
      <p:sp>
        <p:nvSpPr>
          <p:cNvPr id="236" name="Google Shape;236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Classification tells us </a:t>
            </a:r>
            <a:r>
              <a:rPr b="1" lang="en-US"/>
              <a:t>what the problem is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 tells us </a:t>
            </a:r>
            <a:r>
              <a:rPr b="1" lang="en-US"/>
              <a:t>how serious the problem is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4440" l="32006" r="32006" t="18520"/>
          <a:stretch/>
        </p:blipFill>
        <p:spPr>
          <a:xfrm>
            <a:off x="838200" y="609600"/>
            <a:ext cx="723900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/>
              <a:t>11. Simple Severity Engine</a:t>
            </a:r>
            <a:endParaRPr sz="1600"/>
          </a:p>
        </p:txBody>
      </p:sp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457200" y="6096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lang="en-US" sz="800"/>
              <a:t>A rule-based implementation can be used initially.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def predict_severity(ticket):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text = ticket.lower()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critical_words = [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"server down",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"entire company",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"production down",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"security breach"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]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high_words = [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"urgent",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"cannot work",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"business stopped",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"client meeting",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"vpn not working"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]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medium_words = [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"slow",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"error",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"problem",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"issue"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]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for word in critical_words: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if word in text: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    return "Critical"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for word in high_words: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if word in text: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    return "High"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for word in medium_words: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if word in text: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    return "Medium"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return "Low"</a:t>
            </a:r>
            <a:endParaRPr sz="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Test: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= """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 is not working.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 have an important client meeting in 30 minutes.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"""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severity = predict_severity(ticket)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print("Severity:", severity)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Output: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Severity: High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12. Work 6 – Priority Calculation</a:t>
            </a:r>
            <a:br>
              <a:rPr b="1" lang="en-US"/>
            </a:br>
            <a:endParaRPr/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 and priority are related but not identical.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Severity = High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Business Impact = High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should produce: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Priority = P1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 simple implementation: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calculate_priority(severity, business_impact):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severity == "Critical" and business_impact == "High":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"P1"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"High" and business_impact == "High":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"P1"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"High":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"P2"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"Medium":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"P3"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else: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"P4"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Example: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severity = "High"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business_impact = "High"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priority = calculate_priority(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severity,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business_impact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print("Priority:", priority)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Output: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Priority: P1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idx="1" type="body"/>
          </p:nvPr>
        </p:nvSpPr>
        <p:spPr>
          <a:xfrm>
            <a:off x="457200" y="152400"/>
            <a:ext cx="8229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Complete Milestone 1 Demo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 can combine all three components.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process_ticket(ticket):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Classification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ticket_vector = vectorizer.transform([ticket])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category = model.predict(ticket_vector)[0]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Severity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severity = predict_severity(ticket)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Priority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severity == "Critical":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 = "P1"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"High":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 = "P2"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"Medium":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 = "P3"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else: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 = "P4"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category, severity, priority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= """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URGENT: VPN is not connecting.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 cannot work and I have an important client meeting.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"""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category, severity, priority = process_ticket(ticket)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print("Ticket:", ticket)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print("Category:", category)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print("Severity:", severity)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print("Priority:", priority)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idx="1" type="body"/>
          </p:nvPr>
        </p:nvSpPr>
        <p:spPr>
          <a:xfrm>
            <a:off x="457200" y="914400"/>
            <a:ext cx="82296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Possible output: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Ticket: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URGENT: VPN is not connecting.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 cannot work and I have an important client meeting.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Category: VPN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Severity: High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Priority: P2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14. Real-Time Comparison Example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very useful demonstration for your project presentation is to compare </a:t>
            </a:r>
            <a:r>
              <a:rPr b="1" lang="en-US"/>
              <a:t>traditional manual support</a:t>
            </a:r>
            <a:r>
              <a:rPr lang="en-US"/>
              <a:t> with </a:t>
            </a:r>
            <a:r>
              <a:rPr b="1" lang="en-US"/>
              <a:t>SupportPilot AI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Scenario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employee submits: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"I cannot connect to the VPN. I have a client presentation in 20 minutes.“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Traditional System</a:t>
            </a:r>
            <a:br>
              <a:rPr b="1" lang="en-US"/>
            </a:br>
            <a:endParaRPr/>
          </a:p>
        </p:txBody>
      </p:sp>
      <p:sp>
        <p:nvSpPr>
          <p:cNvPr id="305" name="Google Shape;305;p4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Employee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Send Email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 Executive Opens Email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Read Ticket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Identify Category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Determine Severity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Assign Technician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Technician Starts Investigation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Possible time: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10–30 minutes before proper assignment</a:t>
            </a:r>
            <a:r>
              <a:rPr lang="en-US"/>
              <a:t>, depending on the support team's workload.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idx="1" type="body"/>
          </p:nvPr>
        </p:nvSpPr>
        <p:spPr>
          <a:xfrm>
            <a:off x="457200" y="9144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SupportPilot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Employee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Submitted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AI Classification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High Severity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High Priority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Automatic Routing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Potential processing: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Seconds rather than minutes</a:t>
            </a:r>
            <a:r>
              <a:rPr lang="en-US"/>
              <a:t> for the automated intake/classification stage.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exact time should be measured experimentally in your implementation rather than presented as a guaranteed project result.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15. Real-Time Comparison Table</a:t>
            </a:r>
            <a:endParaRPr/>
          </a:p>
        </p:txBody>
      </p:sp>
      <p:pic>
        <p:nvPicPr>
          <p:cNvPr id="316" name="Google Shape;316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00200"/>
            <a:ext cx="75438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533400"/>
            <a:ext cx="7239000" cy="559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17. Suggested Database Table</a:t>
            </a:r>
            <a:br>
              <a:rPr b="1" lang="en-US"/>
            </a:br>
            <a:r>
              <a:rPr lang="en-US"/>
              <a:t>For Milestone 1, create a tickets table.</a:t>
            </a:r>
            <a:endParaRPr/>
          </a:p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 TABLE tickets (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ticket_id INT PRIMARY KEY AUTO_INCREMENT,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employee_name VARCHAR(100),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email VARCHAR(150),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title VARCHAR(255),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description TEXT,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category VARCHAR(50),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severity VARCHAR(20),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priority VARCHAR(10),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confidence FLOAT,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status VARCHAR(30),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created_at TIMESTAMP DEFAULT CURRENT_TIMESTAMP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);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record:</a:t>
            </a:r>
            <a:endParaRPr/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1001 | Arun | arun@company.com |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VPN not working |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Unable to connect to VPN |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VPN | High | P2 | 0.94 | Open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18. Simple Flask Backend</a:t>
            </a:r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 can demonstrate ticket ingestion through a REST API.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pip install flask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flask import Flask, request, jsonify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app = Flask(__name__)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@app.route("/ticket", methods=["POST"])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create_ticket():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data = request.json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ticket = data["description"]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category, severity, priority = process_ticket(ticket)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result = {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"ticket": ticket,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category,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"severity": severity,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"priority": priority,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"status": "Open"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jsonify(result)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__name__ == "__main__":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app.run(debug=True)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0" name="Google Shape;350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 request can be: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{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"description": "VPN is not connecting and I cannot attend my client meeting“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 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Response:</a:t>
            </a:r>
            <a:endParaRPr/>
          </a:p>
        </p:txBody>
      </p:sp>
      <p:sp>
        <p:nvSpPr>
          <p:cNvPr id="356" name="Google Shape;356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{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"ticket":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"VPN is not connecting and I cannot attend my client meeting",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"category": "VPN",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"severity": "High",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"priority": "P2",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"status": "Open"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20. Evaluation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Your project document specifies these Milestone 1 targets: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	Classification accuracy ≥ 90%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	Severity prediction accuracy ≥ 85%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the actual evaluation, prepare a test dataset such as: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100 support tickets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Then calculate: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Classification Accuracy = Correctly classified tickets -------------------------------- × 100 Total tickets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92 correctly classified ----------------------- × 100 100 total tickets = 92%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Therefore: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Target : ≥ 90%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Achieved : 92%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Status : PASS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severity: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88 correctly predicted ---------------------- × 100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100 total tickets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= 88%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Target : ≥ 85%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Achieved : 88%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Status : PASS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Important:</a:t>
            </a:r>
            <a:r>
              <a:rPr lang="en-US"/>
              <a:t> these 92%/88% figures are illustrative examples, </a:t>
            </a:r>
            <a:r>
              <a:rPr b="1" lang="en-US"/>
              <a:t>not actual results from your project</a:t>
            </a:r>
            <a:r>
              <a:rPr lang="en-US"/>
              <a:t>. Your final report should use the results obtained from your test dataset.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4644" l="17674" r="32491" t="15153"/>
          <a:stretch/>
        </p:blipFill>
        <p:spPr>
          <a:xfrm>
            <a:off x="838200" y="1371600"/>
            <a:ext cx="681355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7605" l="20368" r="21715" t="33672"/>
          <a:stretch/>
        </p:blipFill>
        <p:spPr>
          <a:xfrm>
            <a:off x="762000" y="457199"/>
            <a:ext cx="7772400" cy="563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9186" l="10940" r="6899" t="23571"/>
          <a:stretch/>
        </p:blipFill>
        <p:spPr>
          <a:xfrm>
            <a:off x="311524" y="762000"/>
            <a:ext cx="8299076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2026-08-27T07:12:23Z</dcterms:created>
  <dc:creator>EXAM</dc:creator>
</cp:coreProperties>
</file>